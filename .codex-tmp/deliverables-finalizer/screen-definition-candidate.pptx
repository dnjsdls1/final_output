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2556b8cc17456c" /><Relationship Type="http://schemas.openxmlformats.org/officeDocument/2006/relationships/extended-properties" Target="/docProps/app.xml" Id="Rd728ab4863334e60" /><Relationship Type="http://schemas.openxmlformats.org/officeDocument/2006/relationships/officeDocument" Target="/ppt/presentation.xml" Id="R8bec707533834c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0f7ab3f78e47b4"/>
  </p:sldMasterIdLst>
  <p:notesMasterIdLst>
    <p:notesMasterId xmlns:r="http://schemas.openxmlformats.org/officeDocument/2006/relationships" r:id="R82e95a2e1a3f4a57"/>
  </p:notesMasterIdLst>
  <p:sldIdLst>
    <p:sldId xmlns:r="http://schemas.openxmlformats.org/officeDocument/2006/relationships" id="256" r:id="Rf2461b90aa90440e"/>
    <p:sldId xmlns:r="http://schemas.openxmlformats.org/officeDocument/2006/relationships" id="257" r:id="Ra99aa55a8d59492d"/>
    <p:sldId xmlns:r="http://schemas.openxmlformats.org/officeDocument/2006/relationships" id="258" r:id="R29a3519fabf4498e"/>
    <p:sldId xmlns:r="http://schemas.openxmlformats.org/officeDocument/2006/relationships" id="259" r:id="Rd4cf9f51c89449f5"/>
    <p:sldId xmlns:r="http://schemas.openxmlformats.org/officeDocument/2006/relationships" id="260" r:id="R6652c80ed8c44644"/>
    <p:sldId xmlns:r="http://schemas.openxmlformats.org/officeDocument/2006/relationships" id="261" r:id="Rec101b03f9be4697"/>
    <p:sldId xmlns:r="http://schemas.openxmlformats.org/officeDocument/2006/relationships" id="262" r:id="R92b74d695a634a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2ddfaa61094edc" /><Relationship Type="http://schemas.openxmlformats.org/officeDocument/2006/relationships/slideMaster" Target="/ppt/slideMasters/slideMaster1.xml" Id="Rf50f7ab3f78e47b4" /><Relationship Type="http://schemas.openxmlformats.org/officeDocument/2006/relationships/notesMaster" Target="/ppt/notesMasters/notesMaster1.xml" Id="R82e95a2e1a3f4a57" /><Relationship Type="http://schemas.openxmlformats.org/officeDocument/2006/relationships/presProps" Target="/ppt/presProps.xml" Id="Rc01d81cdef164d28" /><Relationship Type="http://schemas.openxmlformats.org/officeDocument/2006/relationships/tableStyles" Target="/ppt/tableStyles.xml" Id="R14d0b1a205644a7d" /><Relationship Type="http://schemas.openxmlformats.org/officeDocument/2006/relationships/slide" Target="/ppt/slides/slide1.xml" Id="Rf2461b90aa90440e" /><Relationship Type="http://schemas.openxmlformats.org/officeDocument/2006/relationships/slide" Target="/ppt/slides/slide2.xml" Id="Ra99aa55a8d59492d" /><Relationship Type="http://schemas.openxmlformats.org/officeDocument/2006/relationships/slide" Target="/ppt/slides/slide3.xml" Id="R29a3519fabf4498e" /><Relationship Type="http://schemas.openxmlformats.org/officeDocument/2006/relationships/slide" Target="/ppt/slides/slide4.xml" Id="Rd4cf9f51c89449f5" /><Relationship Type="http://schemas.openxmlformats.org/officeDocument/2006/relationships/slide" Target="/ppt/slides/slide5.xml" Id="R6652c80ed8c44644" /><Relationship Type="http://schemas.openxmlformats.org/officeDocument/2006/relationships/slide" Target="/ppt/slides/slide6.xml" Id="Rec101b03f9be4697" /><Relationship Type="http://schemas.openxmlformats.org/officeDocument/2006/relationships/slide" Target="/ppt/slides/slide7.xml" Id="R92b74d695a634a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2a98d93ff34a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82377d4e804661" /><Relationship Type="http://schemas.openxmlformats.org/officeDocument/2006/relationships/notesMaster" Target="/ppt/notesMasters/notesMaster1.xml" Id="R5efc95fd1d60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577b6ecdab4749" /><Relationship Type="http://schemas.openxmlformats.org/officeDocument/2006/relationships/notesMaster" Target="/ppt/notesMasters/notesMaster1.xml" Id="R03c63ceebc3a47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70fe754373475b" /><Relationship Type="http://schemas.openxmlformats.org/officeDocument/2006/relationships/notesMaster" Target="/ppt/notesMasters/notesMaster1.xml" Id="Re68c9942d7b246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3e6dae416c45b4" /><Relationship Type="http://schemas.openxmlformats.org/officeDocument/2006/relationships/notesMaster" Target="/ppt/notesMasters/notesMaster1.xml" Id="Rf4bbc6ab7f2f43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33ae7e0cfa44db" /><Relationship Type="http://schemas.openxmlformats.org/officeDocument/2006/relationships/notesMaster" Target="/ppt/notesMasters/notesMaster1.xml" Id="R24f95367dacf4c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bc29e313c74862" /><Relationship Type="http://schemas.openxmlformats.org/officeDocument/2006/relationships/notesMaster" Target="/ppt/notesMasters/notesMaster1.xml" Id="R8375536dc72a4c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26b06d567b4fec" /><Relationship Type="http://schemas.openxmlformats.org/officeDocument/2006/relationships/notesMaster" Target="/ppt/notesMasters/notesMaster1.xml" Id="R43819721e0e444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React 구현과 Figma 전체 서비스 화면 구성을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Figma에서는 전체 서비스 흐름의 화면 10개 이상을 구현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 화면과 Figma 시안을 상태 열에서 구분했습니다.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 핵심 흐름은 로그인 없이 메인, 입력, 결과, 추천 화면으로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결과는 교육·시연용이며 실제 신용점수나 금융기관 승인 결과가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가격과 금융비용은 출처와 기준일 확인 전까지 예시값으로 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미결정 항목은 확정 전까지 실제 기능이나 모델 성능처럼 표현하지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ebde6e3e64f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8f8e4664fc4217" /><Relationship Type="http://schemas.openxmlformats.org/officeDocument/2006/relationships/slideLayout" Target="/ppt/slideLayouts/slideLayout1.xml" Id="Re125efd206d445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25efd206d445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ec84f48c84abc" /><Relationship Type="http://schemas.openxmlformats.org/officeDocument/2006/relationships/notesSlide" Target="/ppt/notesSlides/notesSlide1.xml" Id="Rec2b3217440345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2d4072fc343e1" /><Relationship Type="http://schemas.openxmlformats.org/officeDocument/2006/relationships/notesSlide" Target="/ppt/notesSlides/notesSlide2.xml" Id="Ra45eb234a4ab40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8e3c97d114a67" /><Relationship Type="http://schemas.openxmlformats.org/officeDocument/2006/relationships/notesSlide" Target="/ppt/notesSlides/notesSlide3.xml" Id="R34bf5356486949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a907ca8bb4f65" /><Relationship Type="http://schemas.openxmlformats.org/officeDocument/2006/relationships/notesSlide" Target="/ppt/notesSlides/notesSlide4.xml" Id="R1e089c256e7e45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475c7d48c4ef2" /><Relationship Type="http://schemas.openxmlformats.org/officeDocument/2006/relationships/notesSlide" Target="/ppt/notesSlides/notesSlide5.xml" Id="R58253458d3724f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32213cc7c4162" /><Relationship Type="http://schemas.openxmlformats.org/officeDocument/2006/relationships/notesSlide" Target="/ppt/notesSlides/notesSlide6.xml" Id="Rc0e283d7891845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22b5e3dc94af8" /><Relationship Type="http://schemas.openxmlformats.org/officeDocument/2006/relationships/notesSlide" Target="/ppt/notesSlides/notesSlide7.xml" Id="Ra4b2c2d377d94b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F73D5-6C5C-4DE8-9072-C164E256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CreditComPass Auto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화면정의서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E1B32-684C-44B2-80FB-6A3F0D05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7E8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D7E8F5"/>
                </a:solidFill>
                <a:latin typeface="Bitstream Charter"/>
                <a:ea typeface="Bitstream Charter"/>
                <a:cs typeface="Bitstream Charter"/>
              </a:rPr>
              <a:t>재무·신용 분석 기반 차량 구매 예산 및 맞춤 차량 추천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3E1FD-B123-4CC8-AF38-AEBDEC93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381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5566A-9778-4855-8E68-CC93E1AD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66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F6690"/>
                </a:solidFill>
                <a:latin typeface="Bitstream Charter"/>
                <a:ea typeface="Bitstream Charter"/>
                <a:cs typeface="Bitstream Charter"/>
              </a:rPr>
              <a:t>현재 상태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5169F-05F6-49AE-8B5F-E5422D5B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React 4개 구현 · Figma 전체 흐름 10개 이상 구현 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328FF-A15F-48A8-892C-50686532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7E8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D7E8F5"/>
                </a:solidFill>
                <a:latin typeface="Bitstream Charter"/>
                <a:ea typeface="Bitstream Charter"/>
                <a:cs typeface="Bitstream Charter"/>
              </a:rPr>
              <a:t>2026.10   산출물 정리본</a:t>
            </a:r>
          </a:p>
        </p:txBody>
      </p:sp>
    </p:spTree>
    <p:extLst>
      <p:ext uri="{BB962C8B-B14F-4D97-AF65-F5344CB8AC3E}">
        <p14:creationId xmlns:p14="http://schemas.microsoft.com/office/powerpoint/2010/main" val="299076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2779B-8C7D-44A4-8E81-FC30C256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EB32D-2D05-4374-9C8C-FADEACDD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1. 프로젝트와 사용자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4EBD3-583E-4F39-8659-F1762900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확정 내용과 현재 프로토타입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ADE29-B716-4006-B87D-D34673E7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CreditComPass Auto   React 프로토타입과 전체 서비스 계획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58590-3438-46CA-9906-25C3A48C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9587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41C9E-D205-4EF3-B413-3F8484CF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현재 확정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455E0-61D3-4A83-8F23-3FE160F3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19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• 핵심 사용자: 사회초년생과 첫차 구매자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• 입력: 재무·신용정보와 차량 이용조건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• 결과: 월 가용자금, 자체 위험 수준, 추천 예산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• 후속 화면: 추천 차량과 추천 이유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• 현재 분석값: Mock 데이터와 예시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96F40-FDA6-4FEE-8046-33ED5C3B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55816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86E26-AD5E-490E-A863-F4A4C4EB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현재 범위와 확장 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60027-015E-4BB4-912D-18E1436F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1. React 핵심 화면 4개 구현</a:t>
            </a:r>
          </a:p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2. Figma 전체 서비스 화면 10개 이상 구현 중</a:t>
            </a:r>
          </a:p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3. 차량 상세·비교·시뮬레이션·구매계획 시안 포함</a:t>
            </a:r>
          </a:p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4. 실제 모델·FastAPI·Spring Boot·MySQL은 미연결</a:t>
            </a:r>
          </a:p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5. 미정 항목은 팀 승인 후 기능과 화면에 반영</a:t>
            </a:r>
          </a:p>
        </p:txBody>
      </p:sp>
    </p:spTree>
    <p:extLst>
      <p:ext uri="{BB962C8B-B14F-4D97-AF65-F5344CB8AC3E}">
        <p14:creationId xmlns:p14="http://schemas.microsoft.com/office/powerpoint/2010/main" val="558752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E23CF1-1C95-4332-B187-D14F77AD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EA7FF-B4D0-4D0E-B7C8-3A412E86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2. 화면 목록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E7E57-4E49-4FE4-8E56-58318797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현재 React 화면과 Figma 전체 서비스 시안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5D472-043B-4A26-BFCD-9865A70E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CreditComPass Auto   화면 ID와 기능 ID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7405D-173F-4495-ABE5-1B983341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86DAF-0D37-4A2F-89A4-9541E406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화면 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5C808-AA72-4DFC-9420-0081D3A3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FC988-B075-4E17-92B6-853C142F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621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화면명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92B4C-1050-4238-8896-5D481852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411DD-7F16-46B6-B676-D65D8B43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62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기능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73367-3185-471D-81D9-7D0702BD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88180-EEAD-4978-A470-BE87F535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621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상태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3F8D5-175E-4AAB-9EE9-B591188D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619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1F1D5-EF4B-4244-99A3-1FAFE727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SCR-MAIN 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69E01-519C-48BD-82D6-EAEB3265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00250"/>
            <a:ext cx="4000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694C4-0CA5-4F74-B045-F4842976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478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메인·로그인·회원가입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D7C1B-6B98-42AB-8C9F-5441A888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571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EC1F4-F5B2-49E5-AC35-46F468D8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FN-001 / 미정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C78F0-61CF-4847-B372-D69E4B2D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00250"/>
            <a:ext cx="171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599DD-B93B-4F22-AF70-1EE9BF4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478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Figma/React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32CA1-8F98-4C6F-BB1E-5EED50D5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619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F13E4-62B1-4BD6-888D-6101CC95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SCR-APPLY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766F5-8408-415A-B90F-A731AAF4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86025"/>
            <a:ext cx="4000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76F8D-A7FF-4D0E-955F-E4E7F1E0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336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5단계 입력·입력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D5FFD-FE23-4A66-B9C8-CD99F4EF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86025"/>
            <a:ext cx="2571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5FEF2-A14C-44FC-BC60-E347C4EF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33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FN-002~004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208F4-6BF5-4BD4-BCFE-2A1BE5FB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86025"/>
            <a:ext cx="171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BCBE0F-0F5C-4DA7-AE87-E4E73B5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336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Figma/React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714787-5E7C-4F9F-A7F3-3E612A7F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619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AE89DA-C326-4E7C-B01F-A0BFA9E9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SCR-RESULT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6B2A2E-30AD-4F5E-805D-03BA1366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71800"/>
            <a:ext cx="4000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4430C7-9784-4F76-B85E-86AF4DE4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194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종합 분석 결과와 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44B6B9-56B8-47E6-ABF4-88B07AA7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71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9DBDCA-840F-471A-89D5-25F38F47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194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FN-005~007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8F7670-617E-4EB4-966F-055C7AFC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71800"/>
            <a:ext cx="171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14C7AB-59E5-4CFB-9E2B-FFC0B82A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194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Figma/React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C97A47-F62C-442A-851A-90231F8F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619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03C0FF-F5CA-4912-B890-C6D6A634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SCR-RECOMMEND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679EC6-CD05-4B89-B7C7-A18F0261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57575"/>
            <a:ext cx="4000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91E38A-9C0C-4A93-B5A5-087B5159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052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추천 차량 목록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A33E5F-32A5-4DD6-AA1C-8770C100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57575"/>
            <a:ext cx="2571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ECBFB9-C040-44C5-A37B-FE1A9D6C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05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FN-008, 009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474729-B052-4A0E-8994-A3FB2FA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57575"/>
            <a:ext cx="171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54DE8A-DBCF-4FA7-9085-32BFDF13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052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Figma/React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3EABF2-CEB3-4832-828A-81DB07B2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619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57D33C-FB5F-42D1-89CC-9C76D303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909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미정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CACED9-F1BC-487B-91DA-3E92FD7D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43350"/>
            <a:ext cx="4000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AC49C6-EDAA-4032-A430-2308EEA2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909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차량 상세·비교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3F3DC7-BF0E-4824-8F38-2FE35BCA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43350"/>
            <a:ext cx="2571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501978-3011-479B-B90E-82492B36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909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FN-010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35EE7E-9106-49B4-8D3B-9B137190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43350"/>
            <a:ext cx="171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F2F545-5857-4ED1-BF65-FA0299C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Figma 시안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B4CF15-8408-4BC6-B8C6-F0102932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619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A60200-0EDA-4453-9E92-F977333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미정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C1B9B5-36E4-486A-B530-70B5783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29125"/>
            <a:ext cx="4000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E1E2EB-FA75-435B-8F83-FDED0A77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76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조건 시뮬레이션·구매계획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3C0CFC-E586-41CC-8A00-886BD84E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29125"/>
            <a:ext cx="2571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AD59E3-838D-4FC3-A94E-CEA070D1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FN-010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A5DE99-8B2D-47A5-A1A2-80144A16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29125"/>
            <a:ext cx="171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14A922-3ACE-4CCB-9825-284CB60B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767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Figma 시안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71BE4A-BFF0-4DC5-9305-0FFF8EF0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619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9226E3-6060-41C8-949F-0D282557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미정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59CEBB0-DD3F-4479-A187-94C53078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914900"/>
            <a:ext cx="4000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718E9F-5963-4620-9A62-1FCA1E96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625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마이페이지·관리자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DE5931-445D-4EE8-8424-BFD79FC6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14900"/>
            <a:ext cx="2571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88190F-7CE2-46CD-BB49-80B9B7CF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62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미정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40799D-415B-4318-A1D5-F97FDB28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171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71BAB3-058F-4E80-AF99-49F19098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625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Figma 시안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C88D14-D66A-4D45-8CD9-AAD6E36A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619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7EB7FDD-6765-4581-85F8-6EB5E3A1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미정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B2CAF58-1CAA-4C46-A68F-5BBF4841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00675"/>
            <a:ext cx="4000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7FCE29-5A42-4660-B1A9-0D77CD22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483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분석모형 설명·서비스 구조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79D2B5-A353-4E34-B6EF-759C7397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00675"/>
            <a:ext cx="2571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BADAFE4-A5A5-431D-90CD-7E34E601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48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미정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A3E3C83-66C7-4270-8FAE-F574B575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400675"/>
            <a:ext cx="171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BC5F52-1ABF-4AC2-AFD4-800DEAE3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483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Figma 시안</a:t>
            </a:r>
          </a:p>
        </p:txBody>
      </p:sp>
    </p:spTree>
    <p:extLst>
      <p:ext uri="{BB962C8B-B14F-4D97-AF65-F5344CB8AC3E}">
        <p14:creationId xmlns:p14="http://schemas.microsoft.com/office/powerpoint/2010/main" val="757074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1F9EF9-FF1B-412F-A172-90559E7E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387FD-3ED1-48B6-81E2-ECD4DA01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3. 핵심 사용자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1C80F-606B-42D7-B794-31381291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현재 React 프로토타입의 입력, 결과, 근거, 다음 행동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EEA4E-212F-42BF-947E-F88F1B19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CreditComPass Auto   현재 구현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C2848-22BA-408B-8B1A-97B3830E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AF6A6-ABC2-4E2A-87CC-BDABF133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073EA-600F-4C81-BABE-B34CC8AA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서비스 안내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2A6C2-5907-44DA-9050-72A22280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SCR-MAIN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30A06-652E-45FF-89D1-6A95CD00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57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96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6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F6690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880FF-1513-4EE2-A2A0-BA4EB53D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238375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B6981-56C7-466F-9BBE-1B4CDCD7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01010-8BB3-4872-BC33-C7E3760B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9146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재무·신용정보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2E615-BD66-498D-95BB-3931F61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909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SCR-APPLY 1단계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2F1B6-F4D2-4888-A8AB-05A83A47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96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6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F6690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003E1-D8B0-4552-AF12-2EA6203D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38375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A9AA2-7741-4606-94C2-42657634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E609B-2EF1-4DD9-B364-9AD414FC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146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차량 이용조건 입력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2719B-5ADB-412F-9B99-B8994BF4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5909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SCR-APPLY 2단계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DBFD2-3090-456C-8C70-44FBBB2F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57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96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6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F6690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4455A-3D7A-4A43-9207-960AF034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38375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2E697-F927-49F1-84EC-D1D80A6D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230C1C-FE87-4BEE-AFAD-994EFA96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9146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분석 결과와 근거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FADCE7-ACD3-4B5E-9585-74DC763F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909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SCR-RESULT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96AE2F-2D9F-41D6-ADDA-8A323343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57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96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6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F6690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330EE-5E7B-4692-AA6A-E09B7011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238375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AE49EC-2180-4813-B0B9-884D2F46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22BA54-6F6A-436F-8E3F-33CF5531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146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추천 차량 비교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FC929A-B17A-48AB-9879-D95B8C04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5909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SCR-RECOMMEND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28EE5B-4DF0-445D-A914-96D1413F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Figma 확장 흐름: 상세, 비교, 조건 시뮬레이션, 구매계획, 마이페이지와 관리자 화면</a:t>
            </a:r>
          </a:p>
        </p:txBody>
      </p:sp>
    </p:spTree>
    <p:extLst>
      <p:ext uri="{BB962C8B-B14F-4D97-AF65-F5344CB8AC3E}">
        <p14:creationId xmlns:p14="http://schemas.microsoft.com/office/powerpoint/2010/main" val="18686258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77C7F-4BD3-4165-AB60-0EC70E4B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BEFE5-C413-4665-AC94-BA84043B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4. 종합 분석 결과 화면 (SCR-RESULT)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917B9-52C6-4FEA-932A-DD821B2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핵심 결과, 결과 근거와 다음 행동을 한 화면에서 제공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A6010-856F-4FC7-9F1E-CA3EBFF9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CreditComPass Auto   예시 데이터 표시 원칙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A80BF-E941-4DE5-9733-0E526C09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AA8E5-E3DE-4A86-A209-BEE8C07A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EC5EF-D55F-4EE0-BF2A-72C34AB5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예시 데이터 배지      입력값 기준 요약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73755-47E4-4C68-81A9-83FF1BBE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380F-1A53-4A83-BD02-091094F3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4317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월 납입 가능액</a:t>
            </a:r>
          </a:p>
          <a:p xmlns:a="http://schemas.openxmlformats.org/drawingml/2006/main">
            <a:pPr>
              <a:def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만원 단위 예시값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224A3-D252-480F-9222-03B233DE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003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D3CB2-D37B-4C76-B54D-0BBA91A2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4317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재무 안정성</a:t>
            </a:r>
          </a:p>
          <a:p xmlns:a="http://schemas.openxmlformats.org/drawingml/2006/main">
            <a:pPr>
              <a:def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자체 등급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10B38-E282-4518-9761-6C13ADFD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00300"/>
            <a:ext cx="2057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3EE2B-CAE8-408D-8D61-260261DA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43175"/>
            <a:ext cx="167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추천 차량 예산</a:t>
            </a:r>
          </a:p>
          <a:p xmlns:a="http://schemas.openxmlformats.org/drawingml/2006/main">
            <a:pPr>
              <a:def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만원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A8163-9B02-4716-8A49-E62E15E4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676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6B1E4-90E9-4E35-9310-D18053DB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638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소득 사용처 구성 차트</a:t>
            </a:r>
          </a:p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현재·권장 수준, 긍정·주의 요인, 추천 차량 이동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6127B-43D1-4855-A206-28232933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86150" cy="4333875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D7550-6F4D-42DB-B87C-EE171613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57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화면 정의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81E3D-9CCF-4D69-9BE9-8BE3263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연결 기능</a:t>
            </a:r>
          </a:p>
          <a:p xmlns:a="http://schemas.openxmlformats.org/drawingml/2006/main">
            <a:pPr>
              <a:def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FN-005 Mock 분석</a:t>
            </a:r>
          </a:p>
          <a:p xmlns:a="http://schemas.openxmlformats.org/drawingml/2006/main">
            <a:pPr>
              <a:def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FN-006~007 결과와 근거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입력</a:t>
            </a:r>
          </a:p>
          <a:p xmlns:a="http://schemas.openxmlformats.org/drawingml/2006/main">
            <a:pPr>
              <a:def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Zustand에 저장된 신청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상태</a:t>
            </a:r>
          </a:p>
          <a:p xmlns:a="http://schemas.openxmlformats.org/drawingml/2006/main">
            <a:pPr>
              <a:def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로딩, 입력 없음, API 오류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완료 조건</a:t>
            </a:r>
          </a:p>
          <a:p xmlns:a="http://schemas.openxmlformats.org/drawingml/2006/main">
            <a:pPr>
              <a:def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예시값, 근거와 다음 행동 표시</a:t>
            </a:r>
          </a:p>
        </p:txBody>
      </p:sp>
    </p:spTree>
    <p:extLst>
      <p:ext uri="{BB962C8B-B14F-4D97-AF65-F5344CB8AC3E}">
        <p14:creationId xmlns:p14="http://schemas.microsoft.com/office/powerpoint/2010/main" val="8612216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E6009-5091-4F03-8573-158AF4A4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92FCD-DC1D-422E-8193-F483C48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5. 화면 정의 작성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93025-DF0D-401C-9210-D8E327D3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현재 구현과 Figma 시안에 동일한 작성 기준 적용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F214A-3EA8-47E7-A904-F5CDD515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CreditComPass Auto   화면 명세 공통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06F73-53FD-420C-BB6E-EC997194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429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900C9-C0BA-492B-BB54-91124DEA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기본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74698-AF9B-459E-A7CD-E72C505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화면 ID / 화면명 / 목적</a:t>
            </a:r>
          </a:p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사용자 / 경로 / 관련 기능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98942-A09B-4195-8ECF-6D067EDB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524000"/>
            <a:ext cx="3429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A1689-2BBC-4879-8CDA-85EA8179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6954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구성 요소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82963-43B2-453F-AC9D-211F3055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95500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입력 / 결과 카드 / 차트 / 근거</a:t>
            </a:r>
          </a:p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예시 데이터 배지 / 다음 행동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86A99-B0EB-4CE3-9795-163D0CB6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1999E-E58F-4A7B-B8BB-10EB0C1C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동작 정의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50FEA-6FE6-4B8A-9726-68AF7FC9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입력 검증 / Zustand 저장</a:t>
            </a:r>
          </a:p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Mock API 요청 / 성공 결과 / 이동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8656D-7160-4250-9BA6-AB000EB8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429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48821-6876-4842-88F7-EA955628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상태 정의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30631-A6A0-47EC-A4B6-1C486AA8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로딩 / 빈 결과 / 잘못된 입력</a:t>
            </a:r>
          </a:p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API 오류 / 재시도 / 이전 단계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D1447-06B1-407E-9A32-8FF89B53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3429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43DAB-218E-4A0B-A084-3B03D38D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719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데이터 표현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81430-8B66-4E7F-823E-BA25BE7E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71950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만원 / 개월 / km / 기준일</a:t>
            </a:r>
          </a:p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예시값 / 출처 / 분석 한계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C5F2F-7C8C-4544-B933-FBC52905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3429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4FB31-F266-4DCB-982E-79B85E84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범위 구분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1203B-3B43-422F-8936-AA7DA08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현재 구현 / Figma 시안 / 미정</a:t>
            </a:r>
          </a:p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완료 조건 / 테스트 기준</a:t>
            </a:r>
          </a:p>
        </p:txBody>
      </p:sp>
    </p:spTree>
    <p:extLst>
      <p:ext uri="{BB962C8B-B14F-4D97-AF65-F5344CB8AC3E}">
        <p14:creationId xmlns:p14="http://schemas.microsoft.com/office/powerpoint/2010/main" val="1871556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71E97-1CFF-42B1-A48B-3E3AF7E3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E7DA6-C80E-4A36-863A-A19D889A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6. 확정 사항과 미결정 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6DE14-3128-4C9D-9CEE-FD04403A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현재 팀 합의 내용과 다음 결정 항목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3C6C1-E853-42CF-8ACB-095D9512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CreditComPass Auto   2026-10-02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B31C1-65EC-42D3-8340-326AB52A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AA33C-D27F-458E-973D-7BB4E90D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621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확정 사항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9D0E2-E4BC-4C72-957D-7E3B1894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381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☑ 핵심 사용자는 사회초년생과 첫차 구매자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☑ 재무·신용정보와 차량 조건을 함께 분석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☑ React 핵심 화면 4개는 Mock 데이터로 구현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☑ Figma 전체 서비스 화면 10개 이상 구현 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8EFCD-A916-4847-878B-2DA2D8A9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54292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138B6-034E-4F75-9A01-429755D7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621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324F"/>
                </a:solidFill>
                <a:latin typeface="Bitstream Charter"/>
                <a:ea typeface="Bitstream Charter"/>
                <a:cs typeface="Bitstream Charter"/>
              </a:rPr>
              <a:t>미결정 사항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16767-3E20-4CCB-BA4D-A67B2FF4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3362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☐ 최종 데이터 출처와 사용 허가 범위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☐ 모델 목표값, 등급 기준과 평가 통과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☐ 예산 계산 방식과 차량 추천 가중치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☐ 전체 기능 중 1차 개발에 포함할 범위</a:t>
            </a:r>
          </a:p>
        </p:txBody>
      </p:sp>
    </p:spTree>
    <p:extLst>
      <p:ext uri="{BB962C8B-B14F-4D97-AF65-F5344CB8AC3E}">
        <p14:creationId xmlns:p14="http://schemas.microsoft.com/office/powerpoint/2010/main" val="1188696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2026-09-11T00:30:32.1910000Z</dcterms:created>
  <dcterms:modified xsi:type="dcterms:W3CDTF">2026-09-11T00:30:32.1910000Z</dcterms:modified>
</coreProperties>
</file>